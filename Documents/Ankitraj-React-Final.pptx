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0" r:id="rId4"/>
    <p:sldId id="259" r:id="rId5"/>
    <p:sldId id="261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64D82-F03F-D086-BA3E-A3AAA00777D5}" v="44" dt="2026-06-13T14:57:38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11331920-0A08-9675-A333-E0B723DD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CC54931E-BDC9-F2FB-AEBA-181C3687D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450885BB-9243-1FFA-4782-E33073FFF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459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F3413B8-E6AE-529A-EE5C-CF7E30B1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9D9C23C-5C27-9523-720D-D3A99E65E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20B5C3ED-E280-75D5-F2A3-C5511CBCC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688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388A93A-BA00-6DE3-9908-E81147A6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827143B4-7782-41C2-08FA-CF66E3CC3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DBA49284-E06B-5FFF-36FA-D4BBCDFCC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9183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sz="1600" dirty="0" err="1">
                <a:solidFill>
                  <a:schemeClr val="lt1"/>
                </a:solidFill>
              </a:rPr>
              <a:t>LedgerAudit</a:t>
            </a:r>
            <a:r>
              <a:rPr lang="en-GB" sz="1600" dirty="0">
                <a:solidFill>
                  <a:schemeClr val="lt1"/>
                </a:solidFill>
              </a:rPr>
              <a:t>: High-Performance Financial Analysis Platform   </a:t>
            </a:r>
            <a:endParaRPr lang="en-US" dirty="0"/>
          </a:p>
          <a:p>
            <a:pPr marL="0" indent="0"/>
            <a:r>
              <a:rPr lang="en-GB" sz="1050" b="1" dirty="0">
                <a:solidFill>
                  <a:schemeClr val="lt1"/>
                </a:solidFill>
              </a:rPr>
              <a:t>By </a:t>
            </a:r>
            <a:r>
              <a:rPr lang="en-GB" sz="1050" b="1" dirty="0" err="1">
                <a:solidFill>
                  <a:schemeClr val="lt1"/>
                </a:solidFill>
              </a:rPr>
              <a:t>Ankitraj</a:t>
            </a:r>
            <a:r>
              <a:rPr lang="en-GB" sz="1050" b="1" dirty="0">
                <a:solidFill>
                  <a:schemeClr val="lt1"/>
                </a:solidFill>
              </a:rPr>
              <a:t> Jha </a:t>
            </a: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4294967295"/>
          </p:nvPr>
        </p:nvSpPr>
        <p:spPr>
          <a:xfrm flipV="1">
            <a:off x="0" y="4568825"/>
            <a:ext cx="8521700" cy="2205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GB" sz="1000" dirty="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A84AB9-92DF-12C9-0712-2120395BDD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221" b="139"/>
          <a:stretch>
            <a:fillRect/>
          </a:stretch>
        </p:blipFill>
        <p:spPr>
          <a:xfrm>
            <a:off x="0" y="339605"/>
            <a:ext cx="4371169" cy="33826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64C13-BA32-BBFE-3A0B-36BCAFBE3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675190"/>
            <a:ext cx="4368905" cy="2961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A819C578-1D70-9E2B-CFB4-5CCA9A57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352A29C-4347-AE11-3691-82DECBD8D7D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152525"/>
            <a:ext cx="852170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/>
              <a:t>.</a:t>
            </a:r>
            <a:endParaRPr lang="en-US" sz="1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6E69F-17D7-7153-8B18-B45E1498F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475" y="580946"/>
            <a:ext cx="5424851" cy="42272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187095-B389-9BAC-4D27-2D0346432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5518"/>
            <a:ext cx="3769068" cy="28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0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AAF6049-EB89-E006-9B43-4B5F8644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88000F-4EE0-5F67-C422-216770B91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66" y="0"/>
            <a:ext cx="79280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1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49B25D20-47D9-EBA6-3242-E802F575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9E68C50-8E6C-E180-9D86-520F77D259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152525"/>
            <a:ext cx="852170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/>
              <a:t>.</a:t>
            </a:r>
            <a:endParaRPr lang="en-US" sz="1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AF9FF-F7B9-AA17-E717-7D3E2B6F9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40" y="89633"/>
            <a:ext cx="8860613" cy="491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81</cp:revision>
  <dcterms:modified xsi:type="dcterms:W3CDTF">2026-06-13T14:58:38Z</dcterms:modified>
</cp:coreProperties>
</file>